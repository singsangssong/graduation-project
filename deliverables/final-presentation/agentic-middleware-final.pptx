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발표의 핵심은 Agentic AI 환경에서 트랜잭션 문제가 왜 비용 문제로 확장되는지, 그리고 이를 미들웨어에서 어떻게 제어했는지입니다.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49808"/>
            <a:ext cx="2514600" cy="256032"/>
          </a:xfrm>
          <a:prstGeom prst="roundRect">
            <a:avLst>
              <a:gd name="adj" fmla="val 50000"/>
            </a:avLst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04672"/>
            <a:ext cx="2368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4185"/>
                </a:solidFill>
              </a:rPr>
              <a:t>Graduation Project Final Evaluation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2033"/>
                </a:solidFill>
              </a:rPr>
              <a:t>Agentic Middleware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44054"/>
                </a:solidFill>
              </a:rPr>
              <a:t>다중 LLM 에이전트 트랜잭션을 위한 QCFuse + ATCC 기반 미들웨어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2962656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31546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2D20"/>
                </a:solidFill>
              </a:rPr>
              <a:t>Problem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34381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LLM reasoning이 길어질수록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DB lock과 rollback 비용이 증폭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53712" y="2962656"/>
            <a:ext cx="37033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91456" y="31546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9455"/>
                </a:solidFill>
              </a:rPr>
              <a:t>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91456" y="34381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QCFuse-style read fusion 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ATCC-style cost-aware arbitration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49056" y="2962656"/>
            <a:ext cx="2514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0" y="31546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Demo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34381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Go gRPC middleware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</a:rPr>
              <a:t>+ Python agents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61447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송성훈 · 경희대학교 컴퓨터공학과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 흐름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문제 정의에서 데모까지, 평가자가 따라오기 쉬운 구조로 구성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904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453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Agentic AI 시대의 workload 변화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48132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단일 호출에서 다중 sub-agent 동시 실행으로 이동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3591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23225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기존 트랜잭션 제어의 한계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35000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긴 reasoning, lock 대기, rollback 비용 증폭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227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3191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관련 연구와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21868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SagaLLM, ATCC, QCFuse, AIOS의 역할 정리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096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40599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제안 아키텍처와 구현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408736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Python agent layer + Go middleware layer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800600"/>
            <a:ext cx="106070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9651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4928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실험/데모/한계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495604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지표 기반 결과와 최종평가 데모 흐름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연구 배경: Agentic AI는 동시 실행 구조로 이동한다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하나의 LLM 응답이 아니라, 여러 agent가 계획·도구호출·검증을 병렬 수행하는 구조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770632"/>
            <a:ext cx="10881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User Goal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24688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2633472"/>
            <a:ext cx="1179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4185"/>
                </a:solidFill>
              </a:rPr>
              <a:t>Planner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94185"/>
                </a:solidFill>
              </a:rPr>
              <a:t>LLM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399032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395728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56032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557016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3721608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2395728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8392" y="2560320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Verifier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Agent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85248" y="2304288"/>
            <a:ext cx="1417320" cy="932688"/>
          </a:xfrm>
          <a:prstGeom prst="roundRect">
            <a:avLst>
              <a:gd name="adj" fmla="val 7843"/>
            </a:avLst>
          </a:prstGeom>
          <a:solidFill>
            <a:srgbClr val="FFF4E5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2468880"/>
            <a:ext cx="1271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4708"/>
                </a:solidFill>
              </a:rPr>
              <a:t>Shared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54708"/>
                </a:solidFill>
              </a:rPr>
              <a:t>Resources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38528" y="2907792"/>
            <a:ext cx="457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49040" y="2880360"/>
            <a:ext cx="868680" cy="-12801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49040" y="2880360"/>
            <a:ext cx="868680" cy="-9144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49040" y="2880360"/>
            <a:ext cx="868680" cy="1060704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1609344"/>
            <a:ext cx="3703320" cy="1088136"/>
          </a:xfrm>
          <a:prstGeom prst="line">
            <a:avLst/>
          </a:prstGeom>
          <a:noFill/>
          <a:ln w="19050">
            <a:solidFill>
              <a:srgbClr val="B5470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63640" y="2779776"/>
            <a:ext cx="3703320" cy="-9144"/>
          </a:xfrm>
          <a:prstGeom prst="line">
            <a:avLst/>
          </a:prstGeom>
          <a:noFill/>
          <a:ln w="19050">
            <a:solidFill>
              <a:srgbClr val="B5470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63640" y="3950208"/>
            <a:ext cx="3703320" cy="-1097280"/>
          </a:xfrm>
          <a:prstGeom prst="line">
            <a:avLst/>
          </a:prstGeom>
          <a:noFill/>
          <a:ln w="19050">
            <a:solidFill>
              <a:srgbClr val="B5470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966960" y="2770632"/>
            <a:ext cx="-7772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22960" y="52120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동시성은 agent의 성능을 높이지만,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공유 자원 접근 시 transaction conflict를 만든다.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정의: Agentic transaction은 기존 OLTP와 다르다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짧고 예측 가능한 transaction이 아니라, 긴 reasoning과 비결정적 접근을 포함한다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508760" cy="658368"/>
          </a:xfrm>
          <a:prstGeom prst="rect">
            <a:avLst/>
          </a:prstGeom>
          <a:solidFill>
            <a:srgbClr val="2563EB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9616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구분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325880"/>
            <a:ext cx="3977640" cy="658368"/>
          </a:xfrm>
          <a:prstGeom prst="rect">
            <a:avLst/>
          </a:prstGeom>
          <a:solidFill>
            <a:srgbClr val="2563EB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1499616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기존 OLTP transaction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486400" cy="658368"/>
          </a:xfrm>
          <a:prstGeom prst="rect">
            <a:avLst/>
          </a:prstGeom>
          <a:solidFill>
            <a:srgbClr val="2563EB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1499616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Agentic transaction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075688"/>
            <a:ext cx="15087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249424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실행 시간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94560" y="2075688"/>
            <a:ext cx="39776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2249424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수 ms~수십 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2075688"/>
            <a:ext cx="54864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2249424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LLM reasoning으로 수 초~수 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825496"/>
            <a:ext cx="15087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99923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접근 패턴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2825496"/>
            <a:ext cx="39776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04288" y="2999232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쿼리/락 범위 예측 가능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2825496"/>
            <a:ext cx="54864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2999232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도구 호출 결과에 따라 동적으로 변화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3575304"/>
            <a:ext cx="15087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74904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Abort 비용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94560" y="3575304"/>
            <a:ext cx="39776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04288" y="3749040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DB 작업 일부 손실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3575304"/>
            <a:ext cx="54864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749040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Token/API/reasoning latency 전체 손실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4325112"/>
            <a:ext cx="15087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498848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충돌 처리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94560" y="4325112"/>
            <a:ext cx="39776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04288" y="4498848"/>
            <a:ext cx="3758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무작위 abort도 비용 작음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4325112"/>
            <a:ext cx="54864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4498848"/>
            <a:ext cx="5266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고비용 agent abort 시 경제적 손실 큼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7240" y="54864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FFF0F0"/>
          </a:solidFill>
          <a:ln w="11430">
            <a:solidFill>
              <a:srgbClr val="F5B5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65099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2D20"/>
                </a:solidFill>
              </a:rPr>
              <a:t>핵심 질문: 여러 agent가 같은 자원에 접근할 때, 시스템은 어떤 요청을 보호하고 어떤 요청을 rollback해야 하는가?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관련 연구: transaction 보장, scheduling, cache fusion은 각각 분리되어 있다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본 프로젝트는 세 흐름을 agentic middleware layer에서 결합한다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207008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807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4185"/>
                </a:solidFill>
              </a:rPr>
              <a:t>Concurrent Modular Agent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29000" y="138074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다중 LLM 모듈의 비동기 병렬 실행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67728" y="1380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공유 DB 충돌/rollback cost는 직접 해결하지 않음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066544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BFC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402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4185"/>
                </a:solidFill>
              </a:rPr>
              <a:t>AIOS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224028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Agent OS 관점의 scheduler/tool/memory 관리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67728" y="224028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DB transaction guard는 별도 구현 필요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9981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4185"/>
                </a:solidFill>
              </a:rPr>
              <a:t>SagaLLM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309981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LLM workflow에 Saga compensation 도입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67728" y="309981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동시 경합 시 비용 기반 rollback 우선순위는 부족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785616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BFC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95935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4185"/>
                </a:solidFill>
              </a:rPr>
              <a:t>ATCC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39593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Agentic transaction의 abort cost-aware CC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67728" y="395935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본 프로젝트는 token/latency 기반 단순화 구현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45152"/>
            <a:ext cx="10972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1888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4185"/>
                </a:solidFill>
              </a:rPr>
              <a:t>QCFuse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481888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Query-centric KV cache fusion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67728" y="481888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본 프로젝트는 read request fusion으로 재해석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5840" y="5650992"/>
            <a:ext cx="101498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5705856"/>
            <a:ext cx="10003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Gap: 다중 agent transaction에서 read amplification + lock wait + sunk-cost rollback을 함께 다루는 middleware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제안 아키텍처: Python Agent 계층과 Go Middleware 계층 분리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gRPC typed contract를 기준으로 agent runtime과 transaction control을 분리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81912"/>
            <a:ext cx="2368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4185"/>
                </a:solidFill>
              </a:rPr>
              <a:t>Python Agent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94185"/>
                </a:solidFill>
              </a:rPr>
              <a:t>AutoGen / LangGraph style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94185"/>
                </a:solidFill>
              </a:rPr>
              <a:t>Tool Call + Stress 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3320" y="1536192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6472" y="1700784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gRPC + Protocol Buffers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proto/middleware.proto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298448"/>
            <a:ext cx="2606040" cy="1389888"/>
          </a:xfrm>
          <a:prstGeom prst="roundRect">
            <a:avLst>
              <a:gd name="adj" fmla="val 5263"/>
            </a:avLst>
          </a:prstGeom>
          <a:solidFill>
            <a:srgbClr val="EAF8E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463040"/>
            <a:ext cx="245973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9455"/>
                </a:solidFill>
              </a:rPr>
              <a:t>Go Middleware 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79455"/>
                </a:solidFill>
              </a:rPr>
              <a:t>QCFuse Scheduler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79455"/>
                </a:solidFill>
              </a:rPr>
              <a:t>ATCC Scheduler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79455"/>
                </a:solidFill>
              </a:rPr>
              <a:t>Metrics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55480" y="14173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4E5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28632" y="1581912"/>
            <a:ext cx="18196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4708"/>
                </a:solidFill>
              </a:rPr>
              <a:t>Resource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54708"/>
                </a:solidFill>
              </a:rPr>
              <a:t>Ticket Stock Simulation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54708"/>
                </a:solidFill>
              </a:rPr>
              <a:t>Future: MySQL / Redis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993392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1993392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06840" y="1993392"/>
            <a:ext cx="548640" cy="0"/>
          </a:xfrm>
          <a:prstGeom prst="line">
            <a:avLst/>
          </a:prstGeom>
          <a:noFill/>
          <a:ln w="19050">
            <a:solidFill>
              <a:srgbClr val="B5470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1248" y="38862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406908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Phase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01368" y="40507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ReadResource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43616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동일 자원 조회 요청을 짧은 window에 모아 fusion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636008" y="38862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18888" y="406908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Phase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96128" y="40507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Lock-Free Reasoning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43616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LLM reasoning 동안 DB connection/lock을 점유하지 않음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430768" y="388620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13648" y="406908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90888" y="40507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CommitTransaction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13648" y="43616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token + latency 기반 sunk cost로 winner 선정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QCFuse-style Read Fusion: 중복 조회를 하나의 I/O로 압축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원 논문의 KV cache fusion 아이디어를 middleware read path의 request fusion으로 재해석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27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Windowing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0848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100ms 안에 동일 resource_id 조회 요청을 수집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154680" y="2395728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11880" y="14173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627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42232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Fusion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13048" y="20848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N개의 read request를 하나의 logical DB read로 병합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035040" y="2395728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92240" y="14173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627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22592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Broadcast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93408" y="20848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단일 조회 결과를 대기 중인 모든 agent에게 반환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915400" y="2395728"/>
            <a:ext cx="411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72600" y="141732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55480" y="1627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02952" y="1627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Metrics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73768" y="20848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saved_db_reads = request_count - fused_batch_count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1097280" y="429768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61872" y="444398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Deterministic Demo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61872" y="4754880"/>
            <a:ext cx="2642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9455"/>
                </a:solidFill>
              </a:rPr>
              <a:t>5 → 1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61872" y="5230368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5개의 read를 1개 batch로 융합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526280" y="429768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90872" y="444398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Saved DB Reads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90872" y="4754880"/>
            <a:ext cx="2642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690872" y="5230368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동일 자원 조회에서 줄인 I/O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7955280" y="429768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19872" y="444398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Stress Target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19872" y="4754880"/>
            <a:ext cx="2642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4708"/>
                </a:solidFill>
              </a:rPr>
              <a:t>10/50/100/200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119872" y="5230368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최종보고서용 확장 실험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Lock-Free Reasoning: LLM 추론 시간은 DB lock으로 전이되지 않아야 한다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Agent는 조회 후 독립적으로 reasoning하고, commit 시점에만 middleware arbitration에 참여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84832"/>
            <a:ext cx="14538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4185"/>
                </a:solidFill>
              </a:rPr>
              <a:t>ReadResource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94185"/>
                </a:solidFill>
              </a:rPr>
              <a:t>짧은 조회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9202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EAF8E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2084832"/>
            <a:ext cx="17282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9455"/>
                </a:solidFill>
              </a:rPr>
              <a:t>Release DB/Resource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79455"/>
                </a:solidFill>
              </a:rPr>
              <a:t>No Lock Held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9202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8112" y="2084832"/>
            <a:ext cx="16824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LLM Reasoning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2~10 sec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18120" y="1920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FFF4E5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91272" y="2084832"/>
            <a:ext cx="17739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4708"/>
                </a:solidFill>
              </a:rPr>
              <a:t>CommitTransaction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54708"/>
                </a:solidFill>
              </a:rPr>
              <a:t>ATCC Queue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0" y="19202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31552" y="2084832"/>
            <a:ext cx="1408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Commit / Rollback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Signal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2313432"/>
            <a:ext cx="50292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00600" y="2313432"/>
            <a:ext cx="594360" cy="0"/>
          </a:xfrm>
          <a:prstGeom prst="line">
            <a:avLst/>
          </a:prstGeom>
          <a:noFill/>
          <a:ln w="19050">
            <a:solidFill>
              <a:srgbClr val="07945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23760" y="2313432"/>
            <a:ext cx="594360" cy="0"/>
          </a:xfrm>
          <a:prstGeom prst="line">
            <a:avLst/>
          </a:prstGeom>
          <a:noFill/>
          <a:ln w="19050">
            <a:solidFill>
              <a:srgbClr val="B5470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38360" y="2313432"/>
            <a:ext cx="320040" cy="0"/>
          </a:xfrm>
          <a:prstGeom prst="line">
            <a:avLst/>
          </a:prstGeom>
          <a:noFill/>
          <a:ln w="19050">
            <a:solidFill>
              <a:srgbClr val="B5470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51560" y="4069080"/>
            <a:ext cx="100584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25880" y="43159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발표 메시지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87168" y="42976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LLM이 생각하는 동안 DB lock을 붙잡지 않는다. 긴 reasoning은 agent layer에서 진행하고, conflict resolution은 commit phase에서만 처리한다.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ATCC-style Cost-Aware Arbitration: 매몰 비용이 큰 agent를 보호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원 ATCC의 abort-cost-aware priority scheduling을 token/latency 기반 score로 단순화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572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4185"/>
                </a:solidFill>
              </a:rPr>
              <a:t>Sunk Cost Score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9385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cost = tokens × 0.002 + latency_sec × 0.5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13258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4E5"/>
          </a:solidFill>
          <a:ln w="11430">
            <a:solidFill>
              <a:srgbClr val="FAD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5727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708"/>
                </a:solidFill>
              </a:rPr>
              <a:t>Commit Rule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1938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경합 batch를 score 내림차순 정렬 → 1등 commit, 나머지는 rollback signal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828800" y="3063240"/>
            <a:ext cx="8458200" cy="329184"/>
          </a:xfrm>
          <a:prstGeom prst="roundRect">
            <a:avLst>
              <a:gd name="adj" fmla="val 22222"/>
            </a:avLst>
          </a:prstGeom>
          <a:solidFill>
            <a:srgbClr val="EAF8EF"/>
          </a:solidFill>
          <a:ln w="11430">
            <a:solidFill>
              <a:srgbClr val="A9E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316382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23160" y="314553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Agent-A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314553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9455"/>
                </a:solidFill>
              </a:rPr>
              <a:t>$13.25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38160" y="314553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79455"/>
                </a:solidFill>
              </a:rPr>
              <a:t>WIN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3502152"/>
            <a:ext cx="8458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360273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23160" y="358444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Agent-D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35844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708"/>
                </a:solidFill>
              </a:rPr>
              <a:t>$8.75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38160" y="358444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54708"/>
                </a:solidFill>
              </a:rPr>
              <a:t>ROLLBACK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3941064"/>
            <a:ext cx="8458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9968" y="404164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23160" y="402336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Agent-C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0" y="402336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708"/>
                </a:solidFill>
              </a:rPr>
              <a:t>$5.10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8160" y="402336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54708"/>
                </a:solidFill>
              </a:rPr>
              <a:t>ROLLBACK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0" y="4379976"/>
            <a:ext cx="8458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9968" y="448056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23160" y="446227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Agent-E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44622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708"/>
                </a:solidFill>
              </a:rPr>
              <a:t>$2.85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38160" y="446227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54708"/>
                </a:solidFill>
              </a:rPr>
              <a:t>ROLLBACK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0" y="4818888"/>
            <a:ext cx="8458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9968" y="49194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23160" y="49011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Agent-B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0" y="490118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708"/>
                </a:solidFill>
              </a:rPr>
              <a:t>$1.00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8160" y="49011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54708"/>
                </a:solidFill>
              </a:rPr>
              <a:t>ROLLBACK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구현: 최소하지만 검증 가능한 middleware prototype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Go channel scheduler, gRPC contract, Python demo runner, metrics dashboard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645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4185"/>
                </a:solidFill>
              </a:rPr>
              <a:t>Go Middleware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0756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QCFuseScheduler / ATCCScheduler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metrics endpoint / config env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0" y="141732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645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4185"/>
                </a:solidFill>
              </a:rPr>
              <a:t>Protocol Buffers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20840" y="20756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ReadResource / CommitTransaction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Python-Go typed contract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3520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4185"/>
                </a:solidFill>
              </a:rPr>
              <a:t>Python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39502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deterministic_demo.py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stress_test_v2.py / AutoGen scenario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3291840"/>
            <a:ext cx="50749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3520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4185"/>
                </a:solidFill>
              </a:rPr>
              <a:t>Dashboard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20840" y="39502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live metrics / leaderboard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video recording script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5840" y="5577840"/>
            <a:ext cx="10149840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1430">
            <a:solidFill>
              <a:srgbClr val="C7D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5705856"/>
            <a:ext cx="9692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4185"/>
                </a:solidFill>
              </a:rPr>
              <a:t>핵심 원칙: agent framework 내부가 아니라 middleware layer에서 공통 transaction guard를 제공한다.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Tool Call 안정화: hallucination을 실행 가능한 contract로 제한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AutoGen/LangGraph 계층에서 발생할 수 있는 파라미터 누락·타입 오류·도구 미호출 문제 대응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FFF0F0"/>
          </a:solidFill>
          <a:ln w="11430">
            <a:solidFill>
              <a:srgbClr val="F5B5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0934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2D20"/>
                </a:solidFill>
              </a:rPr>
              <a:t>문제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58191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LLM이 token_cost를 문자열로 보내거나 필드를 누락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221992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FFF0F0"/>
          </a:solidFill>
          <a:ln w="11430">
            <a:solidFill>
              <a:srgbClr val="F5B5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1401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2D20"/>
                </a:solidFill>
              </a:rPr>
              <a:t>문제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386584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도구를 호출하지 않고 자연어로만 '결제 완료'라고 응답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026664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FFF0F0"/>
          </a:solidFill>
          <a:ln w="11430">
            <a:solidFill>
              <a:srgbClr val="F5B5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186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2D20"/>
                </a:solidFill>
              </a:rPr>
              <a:t>문제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3191256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middleware 통신 에러가 agent workflow 전체 crash로 이어짐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EAF8EF"/>
          </a:solidFill>
          <a:ln w="11430">
            <a:solidFill>
              <a:srgbClr val="A9E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0934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9455"/>
                </a:solidFill>
              </a:rPr>
              <a:t>Type Hint + Docstring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01000" y="15819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tool schema를 명확히 하여 LLM이 올바른 JSON argument를 구성하도록 유도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217920" y="2221992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EAF8EF"/>
          </a:solidFill>
          <a:ln w="11430">
            <a:solidFill>
              <a:srgbClr val="A9E8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41401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9455"/>
                </a:solidFill>
              </a:rPr>
              <a:t>Canonical Proto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01000" y="238658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Python/Go 사이 필드명과 타입을 하나의 proto 계약으로 고정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217920" y="3026664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EAF8EF"/>
          </a:solidFill>
          <a:ln w="11430">
            <a:solidFill>
              <a:srgbClr val="A9E8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2186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9455"/>
                </a:solidFill>
              </a:rPr>
              <a:t>Self-healing Message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01000" y="31912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</a:rPr>
              <a:t>통신 에러를 문자열로 반환해 agent가 재시도/수정할 수 있게 함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1417320" y="48920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90472" y="505663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LLM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63240" y="48920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36392" y="505663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4185"/>
                </a:solidFill>
              </a:rPr>
              <a:t>Tool Schema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57800" y="48920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0952" y="505663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gRPC Proto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52360" y="48920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EAF8E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25512" y="505663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9455"/>
                </a:solidFill>
              </a:rPr>
              <a:t>Go Middleware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829800" y="489204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02952" y="5056632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Result/Error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5120640"/>
            <a:ext cx="5486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617720" y="5120640"/>
            <a:ext cx="6400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766560" y="5120640"/>
            <a:ext cx="6858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89720" y="5120640"/>
            <a:ext cx="64008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실험 설계: 동일 자원 재고 1장에 대한 다중 agent 경합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주차 발표에서 사용한 10/50/100/200 agent stress 시나리오를 최종평가용으로 정리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56362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Resource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87552" y="18745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1 ticket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7552" y="235000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flight_ticket_A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566160" y="14173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30752" y="156362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Agents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30752" y="18745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9455"/>
                </a:solidFill>
              </a:rPr>
              <a:t>10~200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30752" y="235000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동시 접속 thread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156362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Reasoning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73952" y="18745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4708"/>
                </a:solidFill>
              </a:rPr>
              <a:t>2~10s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73952" y="235000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LLM latency simulation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9052560" y="14173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17152" y="156362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Cost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7152" y="18745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2D20"/>
                </a:solidFill>
              </a:rPr>
              <a:t>$ proxy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17152" y="235000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token + latency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097280" y="3337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172033"/>
                </a:solidFill>
              </a:rPr>
              <a:t>동시 진입: 모든 agent가 동일 resource 조회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QCFuse: 짧은 window에서 read request fusion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Lock-Free: agent별 reasoning latency simulation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ATCC: commit batch leaderboard 정렬</a:t>
            </a:r>
            <a:endParaRPr lang="en-US" sz="1500" dirty="0"/>
          </a:p>
          <a:p>
            <a:r>
              <a:rPr lang="en-US" sz="1500" dirty="0">
                <a:solidFill>
                  <a:srgbClr val="172033"/>
                </a:solidFill>
              </a:rPr>
              <a:t>결과: winner commit, loser rollback signal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97280" y="5486400"/>
            <a:ext cx="100584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17320" y="5650992"/>
            <a:ext cx="9418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측정 지표: saved DB reads, commit/rollback 수, total saved cost, elapsed time, throughput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Deterministic Demo Result: 발표 중 항상 같은 결과를 재현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5명의 agent를 고정 비용으로 실행하여 dashboard와 JSON/CSV 결과를 함께 보여준다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47218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Winner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6112" y="17830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9455"/>
                </a:solidFill>
              </a:rPr>
              <a:t>Agent-A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96112" y="225856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highest sunk cost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147218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Rollbacks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02152" y="17830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4708"/>
                </a:solidFill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02152" y="225856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Saga-style rollback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5943600" y="132588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08192" y="147218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Saved DB Reads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08192" y="17830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08192" y="225856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QCFuse read fusion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8549640" y="132588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14232" y="147218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Saved Cost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714232" y="178308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2D20"/>
                </a:solidFill>
              </a:rPr>
              <a:t>$17.70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714232" y="225856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ATCC rollback value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822960" y="3337560"/>
            <a:ext cx="10515600" cy="1325880"/>
          </a:xfrm>
          <a:prstGeom prst="roundRect">
            <a:avLst>
              <a:gd name="adj" fmla="val 5517"/>
            </a:avLst>
          </a:prstGeom>
          <a:solidFill>
            <a:srgbClr val="101828"/>
          </a:solidFill>
          <a:ln w="11430">
            <a:solidFill>
              <a:srgbClr val="101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36576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0D5D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middleware-go &amp;&amp; GOCACHE=/private/tmp/agenic-middleware-gocache go run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5D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agent-python &amp;&amp; python3 deterministic_demo.py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0D5D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 dashboard.html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51560" y="5285232"/>
            <a:ext cx="10012680" cy="45720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11430">
            <a:solidFill>
              <a:srgbClr val="C7D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5440680"/>
            <a:ext cx="9509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4185"/>
                </a:solidFill>
              </a:rPr>
              <a:t>발표 포인트: 단순 성공/실패가 아니라, middleware가 절약한 I/O와 보호한 비용을 숫자로 보여준다.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Stress Test 관찰 결과: agent 수가 늘어도 rollback/error는 제어 가능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12주차 자료의 10/50/100/200 thread 실험 결과를 최종평가용으로 재정리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60120" y="1325880"/>
            <a:ext cx="1508760" cy="530352"/>
          </a:xfrm>
          <a:prstGeom prst="rect">
            <a:avLst/>
          </a:prstGeom>
          <a:solidFill>
            <a:srgbClr val="2563EB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481328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325880"/>
            <a:ext cx="2240280" cy="530352"/>
          </a:xfrm>
          <a:prstGeom prst="rect">
            <a:avLst/>
          </a:prstGeom>
          <a:solidFill>
            <a:srgbClr val="2563EB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481328"/>
            <a:ext cx="2093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처리 시간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2057400" cy="530352"/>
          </a:xfrm>
          <a:prstGeom prst="rect">
            <a:avLst/>
          </a:prstGeom>
          <a:solidFill>
            <a:srgbClr val="2563EB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481328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Success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66560" y="1325880"/>
            <a:ext cx="2057400" cy="530352"/>
          </a:xfrm>
          <a:prstGeom prst="rect">
            <a:avLst/>
          </a:prstGeom>
          <a:solidFill>
            <a:srgbClr val="2563EB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1481328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Rollback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23960" y="1325880"/>
            <a:ext cx="2057400" cy="530352"/>
          </a:xfrm>
          <a:prstGeom prst="rect">
            <a:avLst/>
          </a:prstGeom>
          <a:solidFill>
            <a:srgbClr val="2563EB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7112" y="1481328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Error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1947672"/>
            <a:ext cx="15087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2103120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10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68880" y="1947672"/>
            <a:ext cx="22402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2103120"/>
            <a:ext cx="2093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~10 sec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947672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2103120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1947672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2103120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7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23960" y="1947672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97112" y="2103120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" y="2569464"/>
            <a:ext cx="15087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2724912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50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468880" y="2569464"/>
            <a:ext cx="22402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2724912"/>
            <a:ext cx="2093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~10 sec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569464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2724912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2569464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2724912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46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23960" y="2569464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97112" y="2724912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60120" y="3191256"/>
            <a:ext cx="15087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3346704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100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468880" y="3191256"/>
            <a:ext cx="22402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3346704"/>
            <a:ext cx="2093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~10 sec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09160" y="3191256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2312" y="3346704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766560" y="3191256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3346704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96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823960" y="3191256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97112" y="3346704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60120" y="3813048"/>
            <a:ext cx="15087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3272" y="3968496"/>
            <a:ext cx="13624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200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468880" y="3813048"/>
            <a:ext cx="22402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2032" y="3968496"/>
            <a:ext cx="2093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~10 sec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09160" y="3813048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3968496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4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766560" y="3813048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9712" y="3968496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196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823960" y="3813048"/>
            <a:ext cx="20574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97112" y="3968496"/>
            <a:ext cx="1911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05840" y="4800600"/>
            <a:ext cx="10149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261872" y="50474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해석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103120" y="5020056"/>
            <a:ext cx="8549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재고 1장이지만 ATCC window 단위로 batch가 반복되며 각 window마다 1건 승인된다. 최종보고서에서는 window 설정과 재고 reset 정책을 명확히 설명한다.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경제적 효과: 무작위 rollback보다 고비용 agent를 보호한다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12주차 50명 경합 분석의 핵심 메시지를 비용 관점으로 정리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517904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Random-like Loss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87552" y="18288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2D20"/>
                </a:solidFill>
              </a:rPr>
              <a:t>$405.74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7552" y="2304288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무작위/최악 승인 시 손실 예시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7992" y="1517904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ATCC Loss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07992" y="18288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9455"/>
                </a:solidFill>
              </a:rPr>
              <a:t>$374.46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07992" y="2304288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비용 기반 승인 적용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863840" y="137160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28432" y="1517904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</a:rPr>
              <a:t>Protected Value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28432" y="182880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$31.28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28432" y="2304288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약 4.2만원 상당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914400" y="3429000"/>
            <a:ext cx="10332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34440" y="3730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핵심 주장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69417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Agentic workload에서 rollback은 단순 DB 작업 취소가 아니라 이미 소모한 LLM token/API/reasoning time의 폐기다. 따라서 conflict resolution은 비용을 인지해야 한다.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28800" y="5230368"/>
            <a:ext cx="8595360" cy="411480"/>
          </a:xfrm>
          <a:prstGeom prst="roundRect">
            <a:avLst>
              <a:gd name="adj" fmla="val 17778"/>
            </a:avLst>
          </a:prstGeom>
          <a:solidFill>
            <a:srgbClr val="FFF4E5"/>
          </a:solidFill>
          <a:ln w="11430">
            <a:solidFill>
              <a:srgbClr val="FAD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5376672"/>
            <a:ext cx="7955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708"/>
                </a:solidFill>
              </a:rPr>
              <a:t>주의: 최종보고서에서는 simulation 조건과 cost proxy임을 명확히 표시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 시연: Dashboard에서 middleware의 결정 과정을 실시간으로 확인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교수님께 보여줄 영상/실시간 시연 흐름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3957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8408" y="1627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2057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Go middleware 실행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gRPC :50051 / metrics :8080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23957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13048" y="1627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3048" y="2057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dashboard.html 열기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3048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live 상태와 metric 초기값 확인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446520" y="1417320"/>
            <a:ext cx="23957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47688" y="1627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47688" y="2057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deterministic_demo.py 실행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47688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5 agents read + reasoning + commit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281160" y="1417320"/>
            <a:ext cx="23957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82328" y="16276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82328" y="2057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결과 설명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82328" y="25786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Agent-A winner, rollback 4, saved reads 4, saved cost $17.70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1143000" y="4617720"/>
            <a:ext cx="9921240" cy="749808"/>
          </a:xfrm>
          <a:prstGeom prst="roundRect">
            <a:avLst>
              <a:gd name="adj" fmla="val 9756"/>
            </a:avLst>
          </a:prstGeom>
          <a:solidFill>
            <a:srgbClr val="101828"/>
          </a:solidFill>
          <a:ln w="11430">
            <a:solidFill>
              <a:srgbClr val="101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4901184"/>
            <a:ext cx="9326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0D5DD"/>
                </a:solidFill>
              </a:rPr>
              <a:t>영상 포인트: terminal command → dashboard metric 변화 → JSON/CSV 결과 파일 확인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프로젝트 기여와 한계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84124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완성된 prototype의 의미와 최종평가 이후 확장 방향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600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9455"/>
                </a:solidFill>
              </a:rPr>
              <a:t>기여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172033"/>
                </a:solidFill>
              </a:rPr>
              <a:t>Agentic transaction 문제를 token/API/reasoning cost 관점으로 재정의</a:t>
            </a:r>
            <a:endParaRPr lang="en-US" sz="1260" dirty="0"/>
          </a:p>
          <a:p>
            <a:r>
              <a:rPr lang="en-US" sz="1260" dirty="0">
                <a:solidFill>
                  <a:srgbClr val="172033"/>
                </a:solidFill>
              </a:rPr>
              <a:t>QCFuse-style read fusion과 ATCC-style arbitration을 하나의 middleware로 결합</a:t>
            </a:r>
            <a:endParaRPr lang="en-US" sz="1260" dirty="0"/>
          </a:p>
          <a:p>
            <a:r>
              <a:rPr lang="en-US" sz="1260" dirty="0">
                <a:solidFill>
                  <a:srgbClr val="172033"/>
                </a:solidFill>
              </a:rPr>
              <a:t>Python agent layer와 Go middleware layer를 gRPC contract로 분리</a:t>
            </a:r>
            <a:endParaRPr lang="en-US" sz="1260" dirty="0"/>
          </a:p>
          <a:p>
            <a:r>
              <a:rPr lang="en-US" sz="1260" dirty="0">
                <a:solidFill>
                  <a:srgbClr val="172033"/>
                </a:solidFill>
              </a:rPr>
              <a:t>Metrics API와 dashboard로 middleware 결정 과정을 시각화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6492240" y="132588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1600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708"/>
                </a:solidFill>
              </a:rPr>
              <a:t>한계와 향후 계획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2057400"/>
            <a:ext cx="4343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172033"/>
                </a:solidFill>
              </a:rPr>
              <a:t>현재 resource layer는 DB simulation이며 실제 MySQL/Redis 연동은 향후 과제</a:t>
            </a:r>
            <a:endParaRPr lang="en-US" sz="1260" dirty="0"/>
          </a:p>
          <a:p>
            <a:r>
              <a:rPr lang="en-US" sz="1260" dirty="0">
                <a:solidFill>
                  <a:srgbClr val="172033"/>
                </a:solidFill>
              </a:rPr>
              <a:t>Cost formula는 token/latency proxy 기반의 단순화 모델</a:t>
            </a:r>
            <a:endParaRPr lang="en-US" sz="1260" dirty="0"/>
          </a:p>
          <a:p>
            <a:r>
              <a:rPr lang="en-US" sz="1260" dirty="0">
                <a:solidFill>
                  <a:srgbClr val="172033"/>
                </a:solidFill>
              </a:rPr>
              <a:t>ATCC 원 논문의 RL 기반 phase-aware policy는 구현 범위 밖</a:t>
            </a:r>
            <a:endParaRPr lang="en-US" sz="1260" dirty="0"/>
          </a:p>
          <a:p>
            <a:r>
              <a:rPr lang="en-US" sz="1260" dirty="0">
                <a:solidFill>
                  <a:srgbClr val="172033"/>
                </a:solidFill>
              </a:rPr>
              <a:t>AutoGen/LangGraph full workflow는 optional scenario로 추가 안정화 필요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Agentic Middleware Graduation Project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01400" y="6446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085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68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4185"/>
                </a:solidFill>
              </a:rPr>
              <a:t>결론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033"/>
                </a:solidFill>
              </a:rPr>
              <a:t>Agentic AI 환경에서 트랜잭션 제어는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72033"/>
                </a:solidFill>
              </a:rPr>
              <a:t>정합성뿐 아니라 비용 보존의 문제가 된다.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QCFuse-style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9136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중복 read I/O를 fusion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32461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9455"/>
                </a:solidFill>
              </a:rPr>
              <a:t>Lock-Free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39136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reasoning 동안 DB lock 해제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324612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9E2EF"/>
            </a:solidFill>
            <a:prstDash val="solid"/>
          </a:ln>
          <a:effectLst>
            <a:outerShdw sx="100000" sy="100000" kx="0" ky="0" algn="bl" rotWithShape="0" blurRad="1905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35661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708"/>
                </a:solidFill>
              </a:rPr>
              <a:t>ATCC-style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3913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매몰 비용 기반 commit arbitration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5806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4185"/>
                </a:solidFill>
              </a:rPr>
              <a:t>Q &amp; 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58795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GitHub: https://github.com/singsangssong/graduation-project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Kyung Hee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Middleware</dc:title>
  <dc:subject>Graduation project final presentation</dc:subject>
  <dc:creator>Song Seonghun</dc:creator>
  <cp:lastModifiedBy>Song Seonghun</cp:lastModifiedBy>
  <cp:revision>1</cp:revision>
  <dcterms:created xsi:type="dcterms:W3CDTF">2026-06-04T12:40:36Z</dcterms:created>
  <dcterms:modified xsi:type="dcterms:W3CDTF">2026-06-04T12:40:36Z</dcterms:modified>
</cp:coreProperties>
</file>